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Necessity of 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 layered security approach is essential for organizations.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Rising Cyber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Cybercrime reports increased by 8% last year.</a:t>
            </a:r>
          </a:p>
          <a:p>
            <a:r>
              <a:t>• Small businesses lose ~$50,000 per attack.</a:t>
            </a:r>
          </a:p>
          <a:p>
            <a:r>
              <a:t>• Ransomware payments dropped by 35% in 2024 due to better defenses.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Attack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Phishing &amp; social engineering</a:t>
            </a:r>
          </a:p>
          <a:p>
            <a:r>
              <a:t>• Malware &amp; ransomware</a:t>
            </a:r>
          </a:p>
          <a:p>
            <a:r>
              <a:t>• Exploiting unpatched vulnerabilities</a:t>
            </a:r>
          </a:p>
          <a:p>
            <a:r>
              <a:t>• Insider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Single Security Layer Isn’t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Attackers bypass firewalls with phishing.</a:t>
            </a:r>
          </a:p>
          <a:p>
            <a:r>
              <a:t>• Endpoint protection alone can't stop credential theft.</a:t>
            </a:r>
          </a:p>
          <a:p>
            <a:r>
              <a:t>• Network segmentation failure leads to data breaches.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 in Depth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**Physical Security:** Surveillance, access control.</a:t>
            </a:r>
          </a:p>
          <a:p>
            <a:r>
              <a:t>• **Technical Security:** Firewalls, encryption, SIEM.</a:t>
            </a:r>
          </a:p>
          <a:p>
            <a:r>
              <a:t>• **Administrative Security:** Policies, awareness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Private schools targeted by cybercriminals.</a:t>
            </a:r>
          </a:p>
          <a:p>
            <a:r>
              <a:t>• AI-driven cyberattacks increased malicious scanning by 1,200%.</a:t>
            </a:r>
          </a:p>
          <a:p>
            <a:r>
              <a:t>• Companies implementing layered security reduced breach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multi-layered security controls.</a:t>
            </a:r>
          </a:p>
          <a:p>
            <a:r>
              <a:t>• Regular security assessments &amp; patching.</a:t>
            </a:r>
          </a:p>
          <a:p>
            <a:r>
              <a:t>• Adopt Zero Trust &amp; AI-driven threat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