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99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ep j0352" userId="3443e0e081d049d0" providerId="LiveId" clId="{BEB328B6-FEED-476A-87CB-C2762DB27C47}"/>
    <pc:docChg chg="undo custSel addSld modSld">
      <pc:chgData name="sandeep j0352" userId="3443e0e081d049d0" providerId="LiveId" clId="{BEB328B6-FEED-476A-87CB-C2762DB27C47}" dt="2025-03-09T14:24:02.153" v="2424" actId="1076"/>
      <pc:docMkLst>
        <pc:docMk/>
      </pc:docMkLst>
      <pc:sldChg chg="addSp delSp modSp new mod">
        <pc:chgData name="sandeep j0352" userId="3443e0e081d049d0" providerId="LiveId" clId="{BEB328B6-FEED-476A-87CB-C2762DB27C47}" dt="2025-03-09T14:24:02.153" v="2424" actId="1076"/>
        <pc:sldMkLst>
          <pc:docMk/>
          <pc:sldMk cId="109709903" sldId="257"/>
        </pc:sldMkLst>
        <pc:spChg chg="mod">
          <ac:chgData name="sandeep j0352" userId="3443e0e081d049d0" providerId="LiveId" clId="{BEB328B6-FEED-476A-87CB-C2762DB27C47}" dt="2025-03-02T09:07:26.120" v="16" actId="2711"/>
          <ac:spMkLst>
            <pc:docMk/>
            <pc:sldMk cId="109709903" sldId="257"/>
            <ac:spMk id="2" creationId="{409431C8-77FE-ED40-FF59-F0F7D4FDF1D6}"/>
          </ac:spMkLst>
        </pc:spChg>
        <pc:spChg chg="add mod">
          <ac:chgData name="sandeep j0352" userId="3443e0e081d049d0" providerId="LiveId" clId="{BEB328B6-FEED-476A-87CB-C2762DB27C47}" dt="2025-03-09T14:24:02.153" v="2424" actId="1076"/>
          <ac:spMkLst>
            <pc:docMk/>
            <pc:sldMk cId="109709903" sldId="257"/>
            <ac:spMk id="3" creationId="{1EDE8EF1-A104-3191-649E-13EAC1D2FD3F}"/>
          </ac:spMkLst>
        </pc:spChg>
        <pc:spChg chg="add mod">
          <ac:chgData name="sandeep j0352" userId="3443e0e081d049d0" providerId="LiveId" clId="{BEB328B6-FEED-476A-87CB-C2762DB27C47}" dt="2025-03-02T09:34:12.974" v="458" actId="113"/>
          <ac:spMkLst>
            <pc:docMk/>
            <pc:sldMk cId="109709903" sldId="257"/>
            <ac:spMk id="22" creationId="{C186F365-8382-DB31-87AA-755AD2562D86}"/>
          </ac:spMkLst>
        </pc:spChg>
        <pc:spChg chg="add mod">
          <ac:chgData name="sandeep j0352" userId="3443e0e081d049d0" providerId="LiveId" clId="{BEB328B6-FEED-476A-87CB-C2762DB27C47}" dt="2025-03-02T09:32:27.607" v="442" actId="1076"/>
          <ac:spMkLst>
            <pc:docMk/>
            <pc:sldMk cId="109709903" sldId="257"/>
            <ac:spMk id="39" creationId="{DEA04443-EF32-9FB8-7113-DC18733BBEE0}"/>
          </ac:spMkLst>
        </pc:spChg>
        <pc:spChg chg="add mod">
          <ac:chgData name="sandeep j0352" userId="3443e0e081d049d0" providerId="LiveId" clId="{BEB328B6-FEED-476A-87CB-C2762DB27C47}" dt="2025-03-02T09:32:52.452" v="451" actId="20577"/>
          <ac:spMkLst>
            <pc:docMk/>
            <pc:sldMk cId="109709903" sldId="257"/>
            <ac:spMk id="40" creationId="{0C76600F-69ED-E7AF-C7FC-E3C962B8B46C}"/>
          </ac:spMkLst>
        </pc:spChg>
        <pc:spChg chg="add mod">
          <ac:chgData name="sandeep j0352" userId="3443e0e081d049d0" providerId="LiveId" clId="{BEB328B6-FEED-476A-87CB-C2762DB27C47}" dt="2025-03-02T09:32:57.287" v="454" actId="6549"/>
          <ac:spMkLst>
            <pc:docMk/>
            <pc:sldMk cId="109709903" sldId="257"/>
            <ac:spMk id="41" creationId="{239E0C61-408E-EDA7-23C6-F2B687058300}"/>
          </ac:spMkLst>
        </pc:spChg>
        <pc:spChg chg="add mod">
          <ac:chgData name="sandeep j0352" userId="3443e0e081d049d0" providerId="LiveId" clId="{BEB328B6-FEED-476A-87CB-C2762DB27C47}" dt="2025-03-02T09:42:39.107" v="714" actId="207"/>
          <ac:spMkLst>
            <pc:docMk/>
            <pc:sldMk cId="109709903" sldId="257"/>
            <ac:spMk id="42" creationId="{6C4CDF83-6BE3-2CD8-C327-3150B2E58C3D}"/>
          </ac:spMkLst>
        </pc:spChg>
        <pc:spChg chg="add mod">
          <ac:chgData name="sandeep j0352" userId="3443e0e081d049d0" providerId="LiveId" clId="{BEB328B6-FEED-476A-87CB-C2762DB27C47}" dt="2025-03-09T14:23:11.176" v="2420" actId="207"/>
          <ac:spMkLst>
            <pc:docMk/>
            <pc:sldMk cId="109709903" sldId="257"/>
            <ac:spMk id="43" creationId="{3172C9AE-E0A8-DE11-16BF-CC350A12F913}"/>
          </ac:spMkLst>
        </pc:spChg>
        <pc:spChg chg="add mod">
          <ac:chgData name="sandeep j0352" userId="3443e0e081d049d0" providerId="LiveId" clId="{BEB328B6-FEED-476A-87CB-C2762DB27C47}" dt="2025-03-09T14:19:37.282" v="2419" actId="113"/>
          <ac:spMkLst>
            <pc:docMk/>
            <pc:sldMk cId="109709903" sldId="257"/>
            <ac:spMk id="44" creationId="{61F43F1C-6CF8-4A29-B8BC-65D8D80E5283}"/>
          </ac:spMkLst>
        </pc:spChg>
        <pc:spChg chg="add mod">
          <ac:chgData name="sandeep j0352" userId="3443e0e081d049d0" providerId="LiveId" clId="{BEB328B6-FEED-476A-87CB-C2762DB27C47}" dt="2025-03-02T09:42:28.762" v="711" actId="207"/>
          <ac:spMkLst>
            <pc:docMk/>
            <pc:sldMk cId="109709903" sldId="257"/>
            <ac:spMk id="48" creationId="{902FD1D3-5797-C4E3-7AA1-6354D41ABBB1}"/>
          </ac:spMkLst>
        </pc:spChg>
        <pc:spChg chg="add mod">
          <ac:chgData name="sandeep j0352" userId="3443e0e081d049d0" providerId="LiveId" clId="{BEB328B6-FEED-476A-87CB-C2762DB27C47}" dt="2025-03-02T09:42:31.015" v="712" actId="207"/>
          <ac:spMkLst>
            <pc:docMk/>
            <pc:sldMk cId="109709903" sldId="257"/>
            <ac:spMk id="49" creationId="{C975E362-4744-9900-371F-D80A5D1927AC}"/>
          </ac:spMkLst>
        </pc:spChg>
        <pc:spChg chg="add mod">
          <ac:chgData name="sandeep j0352" userId="3443e0e081d049d0" providerId="LiveId" clId="{BEB328B6-FEED-476A-87CB-C2762DB27C47}" dt="2025-03-02T09:43:56.902" v="834" actId="113"/>
          <ac:spMkLst>
            <pc:docMk/>
            <pc:sldMk cId="109709903" sldId="257"/>
            <ac:spMk id="54" creationId="{FDE05ED3-DA51-214A-5423-0A0EECA8557F}"/>
          </ac:spMkLst>
        </pc:spChg>
        <pc:spChg chg="add mod">
          <ac:chgData name="sandeep j0352" userId="3443e0e081d049d0" providerId="LiveId" clId="{BEB328B6-FEED-476A-87CB-C2762DB27C47}" dt="2025-03-02T09:43:55.244" v="833" actId="1076"/>
          <ac:spMkLst>
            <pc:docMk/>
            <pc:sldMk cId="109709903" sldId="257"/>
            <ac:spMk id="58" creationId="{EB3D59A1-9412-C20C-0B07-77C8B0770160}"/>
          </ac:spMkLst>
        </pc:spChg>
        <pc:spChg chg="add mod">
          <ac:chgData name="sandeep j0352" userId="3443e0e081d049d0" providerId="LiveId" clId="{BEB328B6-FEED-476A-87CB-C2762DB27C47}" dt="2025-03-02T09:44:42.941" v="851" actId="207"/>
          <ac:spMkLst>
            <pc:docMk/>
            <pc:sldMk cId="109709903" sldId="257"/>
            <ac:spMk id="59" creationId="{31B0370C-07D3-83C0-258B-9B1051B6B7AA}"/>
          </ac:spMkLst>
        </pc:spChg>
        <pc:spChg chg="add mod">
          <ac:chgData name="sandeep j0352" userId="3443e0e081d049d0" providerId="LiveId" clId="{BEB328B6-FEED-476A-87CB-C2762DB27C47}" dt="2025-03-02T09:46:09.488" v="965" actId="20577"/>
          <ac:spMkLst>
            <pc:docMk/>
            <pc:sldMk cId="109709903" sldId="257"/>
            <ac:spMk id="61" creationId="{18E6EED0-D9BA-5C18-E153-F8E29B05FFE7}"/>
          </ac:spMkLst>
        </pc:spChg>
        <pc:spChg chg="add mod">
          <ac:chgData name="sandeep j0352" userId="3443e0e081d049d0" providerId="LiveId" clId="{BEB328B6-FEED-476A-87CB-C2762DB27C47}" dt="2025-03-02T09:46:49.487" v="1018" actId="20577"/>
          <ac:spMkLst>
            <pc:docMk/>
            <pc:sldMk cId="109709903" sldId="257"/>
            <ac:spMk id="63" creationId="{F8240467-A5CD-6FBE-1BC1-16BE616769E7}"/>
          </ac:spMkLst>
        </pc:spChg>
        <pc:spChg chg="add mod">
          <ac:chgData name="sandeep j0352" userId="3443e0e081d049d0" providerId="LiveId" clId="{BEB328B6-FEED-476A-87CB-C2762DB27C47}" dt="2025-03-02T09:47:19.918" v="1060" actId="1076"/>
          <ac:spMkLst>
            <pc:docMk/>
            <pc:sldMk cId="109709903" sldId="257"/>
            <ac:spMk id="65" creationId="{4EA4D984-E14F-3F5D-5471-E5F6B36E5784}"/>
          </ac:spMkLst>
        </pc:spChg>
        <pc:spChg chg="add mod">
          <ac:chgData name="sandeep j0352" userId="3443e0e081d049d0" providerId="LiveId" clId="{BEB328B6-FEED-476A-87CB-C2762DB27C47}" dt="2025-03-02T09:48:47.674" v="1185" actId="1076"/>
          <ac:spMkLst>
            <pc:docMk/>
            <pc:sldMk cId="109709903" sldId="257"/>
            <ac:spMk id="67" creationId="{C2D328BB-0069-3B0F-9A5D-34FC59285DAB}"/>
          </ac:spMkLst>
        </pc:spChg>
        <pc:spChg chg="add mod">
          <ac:chgData name="sandeep j0352" userId="3443e0e081d049d0" providerId="LiveId" clId="{BEB328B6-FEED-476A-87CB-C2762DB27C47}" dt="2025-03-02T09:48:51.221" v="1186" actId="1076"/>
          <ac:spMkLst>
            <pc:docMk/>
            <pc:sldMk cId="109709903" sldId="257"/>
            <ac:spMk id="69" creationId="{B25461B3-229B-2EC8-0456-1E88DC98906B}"/>
          </ac:spMkLst>
        </pc:spChg>
        <pc:spChg chg="add mod">
          <ac:chgData name="sandeep j0352" userId="3443e0e081d049d0" providerId="LiveId" clId="{BEB328B6-FEED-476A-87CB-C2762DB27C47}" dt="2025-03-02T09:49:52.714" v="1208" actId="207"/>
          <ac:spMkLst>
            <pc:docMk/>
            <pc:sldMk cId="109709903" sldId="257"/>
            <ac:spMk id="70" creationId="{0303CD41-D76C-A754-1074-5EB17B8C6171}"/>
          </ac:spMkLst>
        </pc:spChg>
        <pc:spChg chg="add mod">
          <ac:chgData name="sandeep j0352" userId="3443e0e081d049d0" providerId="LiveId" clId="{BEB328B6-FEED-476A-87CB-C2762DB27C47}" dt="2025-03-02T09:51:26.147" v="1356" actId="20577"/>
          <ac:spMkLst>
            <pc:docMk/>
            <pc:sldMk cId="109709903" sldId="257"/>
            <ac:spMk id="72" creationId="{72095651-4DA9-BE35-7683-527D701B670F}"/>
          </ac:spMkLst>
        </pc:spChg>
        <pc:spChg chg="add mod">
          <ac:chgData name="sandeep j0352" userId="3443e0e081d049d0" providerId="LiveId" clId="{BEB328B6-FEED-476A-87CB-C2762DB27C47}" dt="2025-03-02T09:50:43.135" v="1334" actId="207"/>
          <ac:spMkLst>
            <pc:docMk/>
            <pc:sldMk cId="109709903" sldId="257"/>
            <ac:spMk id="74" creationId="{8AE6FAEA-9E86-1C69-5A0E-81C1ACD72512}"/>
          </ac:spMkLst>
        </pc:spChg>
        <pc:spChg chg="add mod">
          <ac:chgData name="sandeep j0352" userId="3443e0e081d049d0" providerId="LiveId" clId="{BEB328B6-FEED-476A-87CB-C2762DB27C47}" dt="2025-03-02T09:51:43.315" v="1370" actId="207"/>
          <ac:spMkLst>
            <pc:docMk/>
            <pc:sldMk cId="109709903" sldId="257"/>
            <ac:spMk id="77" creationId="{D430139F-D139-62B3-C678-1657FCF2220D}"/>
          </ac:spMkLst>
        </pc:spChg>
        <pc:spChg chg="add mod">
          <ac:chgData name="sandeep j0352" userId="3443e0e081d049d0" providerId="LiveId" clId="{BEB328B6-FEED-476A-87CB-C2762DB27C47}" dt="2025-03-02T09:52:34.851" v="1394" actId="1076"/>
          <ac:spMkLst>
            <pc:docMk/>
            <pc:sldMk cId="109709903" sldId="257"/>
            <ac:spMk id="78" creationId="{7251795C-0BED-5047-AC7C-B1947370C135}"/>
          </ac:spMkLst>
        </pc:spChg>
        <pc:spChg chg="add mod">
          <ac:chgData name="sandeep j0352" userId="3443e0e081d049d0" providerId="LiveId" clId="{BEB328B6-FEED-476A-87CB-C2762DB27C47}" dt="2025-03-02T09:56:51.619" v="1785" actId="14100"/>
          <ac:spMkLst>
            <pc:docMk/>
            <pc:sldMk cId="109709903" sldId="257"/>
            <ac:spMk id="81" creationId="{D247CF9E-85C0-565A-45A2-4457ECC02095}"/>
          </ac:spMkLst>
        </pc:spChg>
        <pc:spChg chg="add mod">
          <ac:chgData name="sandeep j0352" userId="3443e0e081d049d0" providerId="LiveId" clId="{BEB328B6-FEED-476A-87CB-C2762DB27C47}" dt="2025-03-02T09:56:30.257" v="1778" actId="404"/>
          <ac:spMkLst>
            <pc:docMk/>
            <pc:sldMk cId="109709903" sldId="257"/>
            <ac:spMk id="84" creationId="{69162B47-A49D-305C-9BB7-A7D7BFB4C3D3}"/>
          </ac:spMkLst>
        </pc:spChg>
        <pc:spChg chg="add mod">
          <ac:chgData name="sandeep j0352" userId="3443e0e081d049d0" providerId="LiveId" clId="{BEB328B6-FEED-476A-87CB-C2762DB27C47}" dt="2025-03-02T09:56:38.688" v="1780" actId="1076"/>
          <ac:spMkLst>
            <pc:docMk/>
            <pc:sldMk cId="109709903" sldId="257"/>
            <ac:spMk id="85" creationId="{983E9940-811E-A6A4-1831-8F2C31EA78A1}"/>
          </ac:spMkLst>
        </pc:spChg>
        <pc:spChg chg="add mod">
          <ac:chgData name="sandeep j0352" userId="3443e0e081d049d0" providerId="LiveId" clId="{BEB328B6-FEED-476A-87CB-C2762DB27C47}" dt="2025-03-09T14:18:50.935" v="2414" actId="207"/>
          <ac:spMkLst>
            <pc:docMk/>
            <pc:sldMk cId="109709903" sldId="257"/>
            <ac:spMk id="86" creationId="{0120D691-4F4B-43A8-AB74-29C2C7CD6B78}"/>
          </ac:spMkLst>
        </pc:spChg>
        <pc:spChg chg="add mod">
          <ac:chgData name="sandeep j0352" userId="3443e0e081d049d0" providerId="LiveId" clId="{BEB328B6-FEED-476A-87CB-C2762DB27C47}" dt="2025-03-09T14:18:34.947" v="2412" actId="207"/>
          <ac:spMkLst>
            <pc:docMk/>
            <pc:sldMk cId="109709903" sldId="257"/>
            <ac:spMk id="88" creationId="{0543AF6D-A0A7-1C3F-3A19-1246EB8D86C8}"/>
          </ac:spMkLst>
        </pc:spChg>
        <pc:spChg chg="add mod">
          <ac:chgData name="sandeep j0352" userId="3443e0e081d049d0" providerId="LiveId" clId="{BEB328B6-FEED-476A-87CB-C2762DB27C47}" dt="2025-03-09T14:18:43.166" v="2413" actId="108"/>
          <ac:spMkLst>
            <pc:docMk/>
            <pc:sldMk cId="109709903" sldId="257"/>
            <ac:spMk id="89" creationId="{8E61B8D5-6F00-B677-F7DC-127FF3D5B42D}"/>
          </ac:spMkLst>
        </pc:spChg>
        <pc:spChg chg="add mod">
          <ac:chgData name="sandeep j0352" userId="3443e0e081d049d0" providerId="LiveId" clId="{BEB328B6-FEED-476A-87CB-C2762DB27C47}" dt="2025-03-09T14:18:54.509" v="2415" actId="108"/>
          <ac:spMkLst>
            <pc:docMk/>
            <pc:sldMk cId="109709903" sldId="257"/>
            <ac:spMk id="91" creationId="{9E07294C-D8E1-5F5E-EA4C-663326F1C683}"/>
          </ac:spMkLst>
        </pc:spChg>
        <pc:spChg chg="add mod">
          <ac:chgData name="sandeep j0352" userId="3443e0e081d049d0" providerId="LiveId" clId="{BEB328B6-FEED-476A-87CB-C2762DB27C47}" dt="2025-03-02T10:03:34.721" v="2399" actId="1076"/>
          <ac:spMkLst>
            <pc:docMk/>
            <pc:sldMk cId="109709903" sldId="257"/>
            <ac:spMk id="101" creationId="{8CFEB4DD-C9EC-79BD-2A42-8C5DCF13527B}"/>
          </ac:spMkLst>
        </pc:spChg>
        <pc:spChg chg="add mod">
          <ac:chgData name="sandeep j0352" userId="3443e0e081d049d0" providerId="LiveId" clId="{BEB328B6-FEED-476A-87CB-C2762DB27C47}" dt="2025-03-02T10:03:42.917" v="2408" actId="20577"/>
          <ac:spMkLst>
            <pc:docMk/>
            <pc:sldMk cId="109709903" sldId="257"/>
            <ac:spMk id="102" creationId="{C8CF92EC-DBAE-12A8-5DEF-B60F504B1DE4}"/>
          </ac:spMkLst>
        </pc:spChg>
        <pc:picChg chg="add mod">
          <ac:chgData name="sandeep j0352" userId="3443e0e081d049d0" providerId="LiveId" clId="{BEB328B6-FEED-476A-87CB-C2762DB27C47}" dt="2025-03-02T09:57:11.697" v="1825" actId="1036"/>
          <ac:picMkLst>
            <pc:docMk/>
            <pc:sldMk cId="109709903" sldId="257"/>
            <ac:picMk id="5" creationId="{50B3A59E-C6D6-C12A-346B-9568116AF7D0}"/>
          </ac:picMkLst>
        </pc:picChg>
        <pc:picChg chg="add mod">
          <ac:chgData name="sandeep j0352" userId="3443e0e081d049d0" providerId="LiveId" clId="{BEB328B6-FEED-476A-87CB-C2762DB27C47}" dt="2025-03-02T09:57:11.697" v="1825" actId="1036"/>
          <ac:picMkLst>
            <pc:docMk/>
            <pc:sldMk cId="109709903" sldId="257"/>
            <ac:picMk id="7" creationId="{92B71B69-C142-36A7-A4D7-67B252C80586}"/>
          </ac:picMkLst>
        </pc:picChg>
        <pc:picChg chg="add mod">
          <ac:chgData name="sandeep j0352" userId="3443e0e081d049d0" providerId="LiveId" clId="{BEB328B6-FEED-476A-87CB-C2762DB27C47}" dt="2025-03-02T09:23:22.823" v="181" actId="1076"/>
          <ac:picMkLst>
            <pc:docMk/>
            <pc:sldMk cId="109709903" sldId="257"/>
            <ac:picMk id="9" creationId="{29E7CB56-6095-4541-5F78-83E6FCAEC845}"/>
          </ac:picMkLst>
        </pc:picChg>
        <pc:picChg chg="add mod">
          <ac:chgData name="sandeep j0352" userId="3443e0e081d049d0" providerId="LiveId" clId="{BEB328B6-FEED-476A-87CB-C2762DB27C47}" dt="2025-03-02T09:54:19.778" v="1540" actId="27349"/>
          <ac:picMkLst>
            <pc:docMk/>
            <pc:sldMk cId="109709903" sldId="257"/>
            <ac:picMk id="56" creationId="{008E2271-2B32-564D-3B9B-8EAB402035DA}"/>
          </ac:picMkLst>
        </pc:picChg>
        <pc:picChg chg="add mod">
          <ac:chgData name="sandeep j0352" userId="3443e0e081d049d0" providerId="LiveId" clId="{BEB328B6-FEED-476A-87CB-C2762DB27C47}" dt="2025-03-02T09:54:23.017" v="1541" actId="27349"/>
          <ac:picMkLst>
            <pc:docMk/>
            <pc:sldMk cId="109709903" sldId="257"/>
            <ac:picMk id="79" creationId="{0B0F92A3-9FD8-5F56-7CDF-AE65E01D1563}"/>
          </ac:picMkLst>
        </pc:picChg>
        <pc:picChg chg="add mod">
          <ac:chgData name="sandeep j0352" userId="3443e0e081d049d0" providerId="LiveId" clId="{BEB328B6-FEED-476A-87CB-C2762DB27C47}" dt="2025-03-02T09:54:32.065" v="1542" actId="207"/>
          <ac:picMkLst>
            <pc:docMk/>
            <pc:sldMk cId="109709903" sldId="257"/>
            <ac:picMk id="80" creationId="{680F85C4-52D6-960D-5C7D-0C635A937370}"/>
          </ac:picMkLst>
        </pc:picChg>
        <pc:picChg chg="add mod">
          <ac:chgData name="sandeep j0352" userId="3443e0e081d049d0" providerId="LiveId" clId="{BEB328B6-FEED-476A-87CB-C2762DB27C47}" dt="2025-03-02T09:55:42.472" v="1704" actId="1037"/>
          <ac:picMkLst>
            <pc:docMk/>
            <pc:sldMk cId="109709903" sldId="257"/>
            <ac:picMk id="82" creationId="{FAF47E48-71F8-F4C8-F85C-D6C767A24CCE}"/>
          </ac:picMkLst>
        </pc:picChg>
        <pc:picChg chg="add mod">
          <ac:chgData name="sandeep j0352" userId="3443e0e081d049d0" providerId="LiveId" clId="{BEB328B6-FEED-476A-87CB-C2762DB27C47}" dt="2025-03-02T09:55:56.125" v="1754" actId="1037"/>
          <ac:picMkLst>
            <pc:docMk/>
            <pc:sldMk cId="109709903" sldId="257"/>
            <ac:picMk id="83" creationId="{D1AA644C-3037-A9B8-24E9-004BA02C4381}"/>
          </ac:picMkLst>
        </pc:picChg>
        <pc:picChg chg="add mod">
          <ac:chgData name="sandeep j0352" userId="3443e0e081d049d0" providerId="LiveId" clId="{BEB328B6-FEED-476A-87CB-C2762DB27C47}" dt="2025-03-02T10:02:52.858" v="2157" actId="1037"/>
          <ac:picMkLst>
            <pc:docMk/>
            <pc:sldMk cId="109709903" sldId="257"/>
            <ac:picMk id="99" creationId="{AD509098-6982-C086-A7FC-FFB99153B7B3}"/>
          </ac:picMkLst>
        </pc:picChg>
        <pc:picChg chg="add mod">
          <ac:chgData name="sandeep j0352" userId="3443e0e081d049d0" providerId="LiveId" clId="{BEB328B6-FEED-476A-87CB-C2762DB27C47}" dt="2025-03-02T10:03:13.219" v="2384" actId="1036"/>
          <ac:picMkLst>
            <pc:docMk/>
            <pc:sldMk cId="109709903" sldId="257"/>
            <ac:picMk id="100" creationId="{445C2385-E435-09AA-AA81-E8CA1A58F700}"/>
          </ac:picMkLst>
        </pc:picChg>
        <pc:cxnChg chg="add mod">
          <ac:chgData name="sandeep j0352" userId="3443e0e081d049d0" providerId="LiveId" clId="{BEB328B6-FEED-476A-87CB-C2762DB27C47}" dt="2025-03-02T09:25:23.496" v="321" actId="14100"/>
          <ac:cxnSpMkLst>
            <pc:docMk/>
            <pc:sldMk cId="109709903" sldId="257"/>
            <ac:cxnSpMk id="11" creationId="{A0BDC156-2FDA-757D-4500-9CF2BB2A7CB1}"/>
          </ac:cxnSpMkLst>
        </pc:cxnChg>
        <pc:cxnChg chg="add mod">
          <ac:chgData name="sandeep j0352" userId="3443e0e081d049d0" providerId="LiveId" clId="{BEB328B6-FEED-476A-87CB-C2762DB27C47}" dt="2025-03-02T09:25:20.544" v="320" actId="1076"/>
          <ac:cxnSpMkLst>
            <pc:docMk/>
            <pc:sldMk cId="109709903" sldId="257"/>
            <ac:cxnSpMk id="13" creationId="{6D97C4CF-3349-A5E1-1BB3-49042D169A61}"/>
          </ac:cxnSpMkLst>
        </pc:cxnChg>
        <pc:cxnChg chg="add mod">
          <ac:chgData name="sandeep j0352" userId="3443e0e081d049d0" providerId="LiveId" clId="{BEB328B6-FEED-476A-87CB-C2762DB27C47}" dt="2025-03-02T09:28:06.939" v="336" actId="692"/>
          <ac:cxnSpMkLst>
            <pc:docMk/>
            <pc:sldMk cId="109709903" sldId="257"/>
            <ac:cxnSpMk id="18" creationId="{D3DBBFC6-8D88-E744-DC45-97AF6D4AEE20}"/>
          </ac:cxnSpMkLst>
        </pc:cxnChg>
        <pc:cxnChg chg="add mod">
          <ac:chgData name="sandeep j0352" userId="3443e0e081d049d0" providerId="LiveId" clId="{BEB328B6-FEED-476A-87CB-C2762DB27C47}" dt="2025-03-02T09:28:31.321" v="340" actId="1076"/>
          <ac:cxnSpMkLst>
            <pc:docMk/>
            <pc:sldMk cId="109709903" sldId="257"/>
            <ac:cxnSpMk id="34" creationId="{D563E326-30BC-68C6-4842-8188EA46E458}"/>
          </ac:cxnSpMkLst>
        </pc:cxnChg>
        <pc:cxnChg chg="add mod">
          <ac:chgData name="sandeep j0352" userId="3443e0e081d049d0" providerId="LiveId" clId="{BEB328B6-FEED-476A-87CB-C2762DB27C47}" dt="2025-03-02T09:39:33.785" v="632" actId="14100"/>
          <ac:cxnSpMkLst>
            <pc:docMk/>
            <pc:sldMk cId="109709903" sldId="257"/>
            <ac:cxnSpMk id="35" creationId="{9C4C78CA-8A4A-CE4E-CF1E-D1D3E8CD6B2F}"/>
          </ac:cxnSpMkLst>
        </pc:cxnChg>
        <pc:cxnChg chg="add mod">
          <ac:chgData name="sandeep j0352" userId="3443e0e081d049d0" providerId="LiveId" clId="{BEB328B6-FEED-476A-87CB-C2762DB27C47}" dt="2025-03-02T09:42:10.616" v="707" actId="208"/>
          <ac:cxnSpMkLst>
            <pc:docMk/>
            <pc:sldMk cId="109709903" sldId="257"/>
            <ac:cxnSpMk id="45" creationId="{A61B15A7-8E18-FB5C-2DC9-C5C17149F2A1}"/>
          </ac:cxnSpMkLst>
        </pc:cxnChg>
        <pc:cxnChg chg="add mod">
          <ac:chgData name="sandeep j0352" userId="3443e0e081d049d0" providerId="LiveId" clId="{BEB328B6-FEED-476A-87CB-C2762DB27C47}" dt="2025-03-02T09:42:14.210" v="708" actId="208"/>
          <ac:cxnSpMkLst>
            <pc:docMk/>
            <pc:sldMk cId="109709903" sldId="257"/>
            <ac:cxnSpMk id="47" creationId="{31C10ECE-2EFF-E6DB-6039-201402BF8CC7}"/>
          </ac:cxnSpMkLst>
        </pc:cxnChg>
        <pc:cxnChg chg="add mod">
          <ac:chgData name="sandeep j0352" userId="3443e0e081d049d0" providerId="LiveId" clId="{BEB328B6-FEED-476A-87CB-C2762DB27C47}" dt="2025-03-02T09:42:17.723" v="709" actId="208"/>
          <ac:cxnSpMkLst>
            <pc:docMk/>
            <pc:sldMk cId="109709903" sldId="257"/>
            <ac:cxnSpMk id="53" creationId="{ABCCF7E1-2E59-D6BD-DA3B-E312F623B01C}"/>
          </ac:cxnSpMkLst>
        </pc:cxnChg>
        <pc:cxnChg chg="add mod">
          <ac:chgData name="sandeep j0352" userId="3443e0e081d049d0" providerId="LiveId" clId="{BEB328B6-FEED-476A-87CB-C2762DB27C47}" dt="2025-03-02T09:43:13.298" v="775" actId="1036"/>
          <ac:cxnSpMkLst>
            <pc:docMk/>
            <pc:sldMk cId="109709903" sldId="257"/>
            <ac:cxnSpMk id="57" creationId="{8C3BD2FF-FE25-E326-2B77-99CFFA9996FE}"/>
          </ac:cxnSpMkLst>
        </pc:cxnChg>
        <pc:cxnChg chg="add mod">
          <ac:chgData name="sandeep j0352" userId="3443e0e081d049d0" providerId="LiveId" clId="{BEB328B6-FEED-476A-87CB-C2762DB27C47}" dt="2025-03-02T09:45:31.314" v="905" actId="208"/>
          <ac:cxnSpMkLst>
            <pc:docMk/>
            <pc:sldMk cId="109709903" sldId="257"/>
            <ac:cxnSpMk id="60" creationId="{EFE34E6B-48AC-1B5A-0382-66AF01D0CB45}"/>
          </ac:cxnSpMkLst>
        </pc:cxnChg>
        <pc:cxnChg chg="add mod">
          <ac:chgData name="sandeep j0352" userId="3443e0e081d049d0" providerId="LiveId" clId="{BEB328B6-FEED-476A-87CB-C2762DB27C47}" dt="2025-03-02T09:46:40.050" v="1000" actId="1035"/>
          <ac:cxnSpMkLst>
            <pc:docMk/>
            <pc:sldMk cId="109709903" sldId="257"/>
            <ac:cxnSpMk id="62" creationId="{4110F394-6783-0458-4442-2F6F5E48D06D}"/>
          </ac:cxnSpMkLst>
        </pc:cxnChg>
        <pc:cxnChg chg="add mod">
          <ac:chgData name="sandeep j0352" userId="3443e0e081d049d0" providerId="LiveId" clId="{BEB328B6-FEED-476A-87CB-C2762DB27C47}" dt="2025-03-02T09:47:05.366" v="1051" actId="1037"/>
          <ac:cxnSpMkLst>
            <pc:docMk/>
            <pc:sldMk cId="109709903" sldId="257"/>
            <ac:cxnSpMk id="64" creationId="{D8FBCB46-754B-E86F-7BA0-B5C561518C04}"/>
          </ac:cxnSpMkLst>
        </pc:cxnChg>
        <pc:cxnChg chg="add mod">
          <ac:chgData name="sandeep j0352" userId="3443e0e081d049d0" providerId="LiveId" clId="{BEB328B6-FEED-476A-87CB-C2762DB27C47}" dt="2025-03-02T09:48:32.966" v="1181" actId="208"/>
          <ac:cxnSpMkLst>
            <pc:docMk/>
            <pc:sldMk cId="109709903" sldId="257"/>
            <ac:cxnSpMk id="66" creationId="{061BE8AF-395F-AA14-0B2F-F038E9E75D92}"/>
          </ac:cxnSpMkLst>
        </pc:cxnChg>
        <pc:cxnChg chg="add mod">
          <ac:chgData name="sandeep j0352" userId="3443e0e081d049d0" providerId="LiveId" clId="{BEB328B6-FEED-476A-87CB-C2762DB27C47}" dt="2025-03-02T09:49:21.671" v="1187" actId="1076"/>
          <ac:cxnSpMkLst>
            <pc:docMk/>
            <pc:sldMk cId="109709903" sldId="257"/>
            <ac:cxnSpMk id="68" creationId="{C840DBF0-7184-973B-E671-FCDC631B8B4A}"/>
          </ac:cxnSpMkLst>
        </pc:cxnChg>
        <pc:cxnChg chg="add mod">
          <ac:chgData name="sandeep j0352" userId="3443e0e081d049d0" providerId="LiveId" clId="{BEB328B6-FEED-476A-87CB-C2762DB27C47}" dt="2025-03-02T09:51:03.457" v="1339" actId="208"/>
          <ac:cxnSpMkLst>
            <pc:docMk/>
            <pc:sldMk cId="109709903" sldId="257"/>
            <ac:cxnSpMk id="71" creationId="{67A860E1-60E2-0DE7-A7F3-DE5C92C9CA6F}"/>
          </ac:cxnSpMkLst>
        </pc:cxnChg>
        <pc:cxnChg chg="add mod">
          <ac:chgData name="sandeep j0352" userId="3443e0e081d049d0" providerId="LiveId" clId="{BEB328B6-FEED-476A-87CB-C2762DB27C47}" dt="2025-03-02T09:51:14.915" v="1342" actId="14100"/>
          <ac:cxnSpMkLst>
            <pc:docMk/>
            <pc:sldMk cId="109709903" sldId="257"/>
            <ac:cxnSpMk id="73" creationId="{50E0902F-6F8D-37D9-4E98-AAC62CEE1E69}"/>
          </ac:cxnSpMkLst>
        </pc:cxnChg>
        <pc:cxnChg chg="add mod">
          <ac:chgData name="sandeep j0352" userId="3443e0e081d049d0" providerId="LiveId" clId="{BEB328B6-FEED-476A-87CB-C2762DB27C47}" dt="2025-03-02T10:02:38.453" v="2068" actId="13822"/>
          <ac:cxnSpMkLst>
            <pc:docMk/>
            <pc:sldMk cId="109709903" sldId="257"/>
            <ac:cxnSpMk id="92" creationId="{623183A9-996A-D5E3-19E4-24F7575C691F}"/>
          </ac:cxnSpMkLst>
        </pc:cxnChg>
        <pc:cxnChg chg="add mod">
          <ac:chgData name="sandeep j0352" userId="3443e0e081d049d0" providerId="LiveId" clId="{BEB328B6-FEED-476A-87CB-C2762DB27C47}" dt="2025-03-02T10:02:36.368" v="2067" actId="13822"/>
          <ac:cxnSpMkLst>
            <pc:docMk/>
            <pc:sldMk cId="109709903" sldId="257"/>
            <ac:cxnSpMk id="96" creationId="{F56590BF-A10C-5E59-60CF-D40538F7CD17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27117-DD35-6FE7-7C98-0416A2ECE3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1ED425-6DFE-0279-367A-99E5C20A1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B665A-002B-8710-4C9B-82D27A8E1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CD18D-17B6-45A1-B986-522C4DCE397D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EDB62-5B0C-E216-A2D9-BE4E09054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12BD5-A306-E4D9-3221-9531BFC42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48F5D-9A19-4921-873D-FD1BF4D6C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625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A5B61-6DC7-6F4C-4387-48BC932EE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8E14E-444D-60A9-8464-B0362A92F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C9478-04A8-EF1D-4145-0BE24E3E4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CD18D-17B6-45A1-B986-522C4DCE397D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47230-C132-E6E5-4C82-80EFD563D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8E83E-E863-F834-41AC-DC19C4F09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48F5D-9A19-4921-873D-FD1BF4D6C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137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B0B13-F429-312A-2B7E-914A7367A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D78F4A-B8E6-F3E7-63EB-2640067A8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63504-BA7D-9DF6-16E4-DD23769A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CD18D-17B6-45A1-B986-522C4DCE397D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63366-64B7-BA6B-9C62-18222C577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36F04-08BA-315A-CAC5-9E140D53B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48F5D-9A19-4921-873D-FD1BF4D6C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085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B2BA4-A429-6D6F-07A5-046914E4B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58456-7F20-2EE5-6C44-B5444CFD66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3F52A3-BD23-4616-5D74-E1994670D3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0D7DD-857F-4334-F44F-E1EF4ECA7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CD18D-17B6-45A1-B986-522C4DCE397D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E54DE-20A5-5637-E58F-D21B403B8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07D22-8C3D-FBFA-C947-99BE617CB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48F5D-9A19-4921-873D-FD1BF4D6C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201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89DD8-B3BF-080E-9CE3-6103B2F42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7D267-249B-2CF4-ADA7-28837C9CE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4436A6-3E75-449D-0242-8F6FE4E4A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4A2B76-53C8-16B2-D263-20ED4442D7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88B113-EC41-BE03-FD39-0F56A9DF20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4DB67F-0F81-0865-1548-863A1AACE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CD18D-17B6-45A1-B986-522C4DCE397D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570F92-B25C-5EB0-FC85-38516AC8F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F5AB2D-22FF-3A79-3100-2B264828A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48F5D-9A19-4921-873D-FD1BF4D6C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13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5E325-A1EA-F453-454A-129450DF1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3EC8ED-E861-2D71-3835-1399E0CEF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CD18D-17B6-45A1-B986-522C4DCE397D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8919FB-F6E2-0B6A-49F7-3298517DC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ABC833-C08F-3FDB-BBB5-8468E1D7C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48F5D-9A19-4921-873D-FD1BF4D6C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351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2E1D2A-C9B1-32A0-3130-A1230C306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CD18D-17B6-45A1-B986-522C4DCE397D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03886C-9F98-B3D9-230A-723C8D845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0F123-D394-78A3-8DF8-3A49B1A5B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48F5D-9A19-4921-873D-FD1BF4D6C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407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BA248-4811-B7D7-8741-97F26E7D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F7166-DC05-E09B-A227-BADBB25D8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A4131C-58D0-09E6-7353-C7314D289B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26A7A-A9E1-5F33-1D87-0AFCFAA09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CD18D-17B6-45A1-B986-522C4DCE397D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C7BDEA-4C26-68B1-9DE7-E1C8D1B65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63670-B203-205B-FBA2-E37AEDA6B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48F5D-9A19-4921-873D-FD1BF4D6C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118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B1DA1-4A4B-62A9-FA76-B8F057867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0E37D2-8BA2-686D-A8D5-310C7B22A6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E3043B-96FD-93D5-73FD-22091225E7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80F73-DDD7-056C-15DB-32A86BC1E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CD18D-17B6-45A1-B986-522C4DCE397D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E8AEB-3ECF-D223-900C-8890CB280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D03965-D7BD-189A-956F-B66EE05E4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48F5D-9A19-4921-873D-FD1BF4D6C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540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AE1D1-1593-F3DF-0DC6-CAF13D39B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A46070-CCFC-9585-9B08-67F282F09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C9DA5-8688-781A-DC92-1CB7AC6C1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CD18D-17B6-45A1-B986-522C4DCE397D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F3668-7123-7821-C7BF-49B15828C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1DA8E-6BF1-5801-5AA0-F4939E057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48F5D-9A19-4921-873D-FD1BF4D6C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16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E764C-5DE7-3DCF-580E-6EBB7808A9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A603A-A544-14DA-1564-12BE2F0A9D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8C537-2A0A-A4DA-8EA4-BA8A6F1FC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CD18D-17B6-45A1-B986-522C4DCE397D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86177-0BBB-AD25-9866-0D8B5A4F2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98BAD-598B-3A5E-B2FE-F270EA355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48F5D-9A19-4921-873D-FD1BF4D6C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66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07FA9F-9BEF-684A-0BD2-CFA338F4C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F2EC1-CD93-6E65-E990-28B74CBCF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321E7-BB99-DF01-8A2E-C112B32219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CD18D-17B6-45A1-B986-522C4DCE397D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D83DA-71E2-6888-FC5B-6FCBD2B984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03081-59DA-0C28-D5C4-9B161235B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48F5D-9A19-4921-873D-FD1BF4D6C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771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0BA5E-69F9-B06F-7CE4-894D9B6F83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Cryptography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6000F0-BB27-4EE4-B3D0-6896244E32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Symmetric encryption, Asymmetric encryption, Hash, HMAC, SSL, TLS, HTTPS, etc</a:t>
            </a:r>
          </a:p>
        </p:txBody>
      </p:sp>
    </p:spTree>
    <p:extLst>
      <p:ext uri="{BB962C8B-B14F-4D97-AF65-F5344CB8AC3E}">
        <p14:creationId xmlns:p14="http://schemas.microsoft.com/office/powerpoint/2010/main" val="2758853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431C8-77FE-ED40-FF59-F0F7D4FDF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17" y="138883"/>
            <a:ext cx="11925692" cy="615262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HTTPS</a:t>
            </a:r>
            <a:endParaRPr lang="en-IN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B3A59E-C6D6-C12A-346B-9568116AF7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617" y="3510740"/>
            <a:ext cx="344826" cy="344826"/>
          </a:xfrm>
          <a:prstGeom prst="rect">
            <a:avLst/>
          </a:prstGeom>
        </p:spPr>
      </p:pic>
      <p:pic>
        <p:nvPicPr>
          <p:cNvPr id="7" name="Graphic 6" descr="Laptop">
            <a:extLst>
              <a:ext uri="{FF2B5EF4-FFF2-40B4-BE49-F238E27FC236}">
                <a16:creationId xmlns:a16="http://schemas.microsoft.com/office/drawing/2014/main" id="{92B71B69-C142-36A7-A4D7-67B252C805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3360" y="3142271"/>
            <a:ext cx="1233340" cy="1233340"/>
          </a:xfrm>
          <a:prstGeom prst="rect">
            <a:avLst/>
          </a:prstGeom>
        </p:spPr>
      </p:pic>
      <p:pic>
        <p:nvPicPr>
          <p:cNvPr id="9" name="Graphic 8" descr="Server">
            <a:extLst>
              <a:ext uri="{FF2B5EF4-FFF2-40B4-BE49-F238E27FC236}">
                <a16:creationId xmlns:a16="http://schemas.microsoft.com/office/drawing/2014/main" id="{29E7CB56-6095-4541-5F78-83E6FCAEC8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3977" y="2602862"/>
            <a:ext cx="1101362" cy="110136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0BDC156-2FDA-757D-4500-9CF2BB2A7CB1}"/>
              </a:ext>
            </a:extLst>
          </p:cNvPr>
          <p:cNvCxnSpPr>
            <a:cxnSpLocks/>
          </p:cNvCxnSpPr>
          <p:nvPr/>
        </p:nvCxnSpPr>
        <p:spPr>
          <a:xfrm>
            <a:off x="8729221" y="754145"/>
            <a:ext cx="121943" cy="537485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D97C4CF-3349-A5E1-1BB3-49042D169A61}"/>
              </a:ext>
            </a:extLst>
          </p:cNvPr>
          <p:cNvCxnSpPr>
            <a:cxnSpLocks/>
          </p:cNvCxnSpPr>
          <p:nvPr/>
        </p:nvCxnSpPr>
        <p:spPr>
          <a:xfrm>
            <a:off x="4485430" y="872483"/>
            <a:ext cx="0" cy="5400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3DBBFC6-8D88-E744-DC45-97AF6D4AEE20}"/>
              </a:ext>
            </a:extLst>
          </p:cNvPr>
          <p:cNvCxnSpPr>
            <a:cxnSpLocks/>
          </p:cNvCxnSpPr>
          <p:nvPr/>
        </p:nvCxnSpPr>
        <p:spPr>
          <a:xfrm>
            <a:off x="4485430" y="5986021"/>
            <a:ext cx="4365734" cy="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prstDash val="dash"/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186F365-8382-DB31-87AA-755AD2562D86}"/>
              </a:ext>
            </a:extLst>
          </p:cNvPr>
          <p:cNvSpPr txBox="1"/>
          <p:nvPr/>
        </p:nvSpPr>
        <p:spPr>
          <a:xfrm>
            <a:off x="3117687" y="5575782"/>
            <a:ext cx="1302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TCP Handshake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563E326-30BC-68C6-4842-8188EA46E458}"/>
              </a:ext>
            </a:extLst>
          </p:cNvPr>
          <p:cNvCxnSpPr>
            <a:cxnSpLocks/>
          </p:cNvCxnSpPr>
          <p:nvPr/>
        </p:nvCxnSpPr>
        <p:spPr>
          <a:xfrm>
            <a:off x="4485430" y="5511845"/>
            <a:ext cx="4365734" cy="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prstDash val="dash"/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C4C78CA-8A4A-CE4E-CF1E-D1D3E8CD6B2F}"/>
              </a:ext>
            </a:extLst>
          </p:cNvPr>
          <p:cNvCxnSpPr>
            <a:cxnSpLocks/>
          </p:cNvCxnSpPr>
          <p:nvPr/>
        </p:nvCxnSpPr>
        <p:spPr>
          <a:xfrm flipH="1" flipV="1">
            <a:off x="4550766" y="5635624"/>
            <a:ext cx="4239426" cy="27498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prstDash val="dash"/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EA04443-EF32-9FB8-7113-DC18733BBEE0}"/>
              </a:ext>
            </a:extLst>
          </p:cNvPr>
          <p:cNvSpPr txBox="1"/>
          <p:nvPr/>
        </p:nvSpPr>
        <p:spPr>
          <a:xfrm>
            <a:off x="6185711" y="5616022"/>
            <a:ext cx="1039067" cy="2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sz="1000" dirty="0">
                <a:latin typeface="Segoe UI" panose="020B0502040204020203" pitchFamily="34" charset="0"/>
                <a:cs typeface="Segoe UI" panose="020B0502040204020203" pitchFamily="34" charset="0"/>
              </a:rPr>
              <a:t>TCP Syn + ACK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C76600F-69ED-E7AF-C7FC-E3C962B8B46C}"/>
              </a:ext>
            </a:extLst>
          </p:cNvPr>
          <p:cNvSpPr txBox="1"/>
          <p:nvPr/>
        </p:nvSpPr>
        <p:spPr>
          <a:xfrm>
            <a:off x="6185711" y="5891671"/>
            <a:ext cx="643125" cy="2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sz="1000" dirty="0">
                <a:latin typeface="Segoe UI" panose="020B0502040204020203" pitchFamily="34" charset="0"/>
                <a:cs typeface="Segoe UI" panose="020B0502040204020203" pitchFamily="34" charset="0"/>
              </a:rPr>
              <a:t>TCP Syn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9E0C61-408E-EDA7-23C6-F2B687058300}"/>
              </a:ext>
            </a:extLst>
          </p:cNvPr>
          <p:cNvSpPr txBox="1"/>
          <p:nvPr/>
        </p:nvSpPr>
        <p:spPr>
          <a:xfrm>
            <a:off x="6185711" y="5329561"/>
            <a:ext cx="676788" cy="2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sz="1000" dirty="0">
                <a:latin typeface="Segoe UI" panose="020B0502040204020203" pitchFamily="34" charset="0"/>
                <a:cs typeface="Segoe UI" panose="020B0502040204020203" pitchFamily="34" charset="0"/>
              </a:rPr>
              <a:t>TCP ACK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4CDF83-6BE3-2CD8-C327-3150B2E58C3D}"/>
              </a:ext>
            </a:extLst>
          </p:cNvPr>
          <p:cNvSpPr txBox="1"/>
          <p:nvPr/>
        </p:nvSpPr>
        <p:spPr>
          <a:xfrm>
            <a:off x="3132511" y="4417857"/>
            <a:ext cx="14083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Certificate Check</a:t>
            </a:r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3172C9AE-E0A8-DE11-16BF-CC350A12F913}"/>
              </a:ext>
            </a:extLst>
          </p:cNvPr>
          <p:cNvSpPr/>
          <p:nvPr/>
        </p:nvSpPr>
        <p:spPr>
          <a:xfrm rot="5400000">
            <a:off x="6563545" y="2853944"/>
            <a:ext cx="213065" cy="4610302"/>
          </a:xfrm>
          <a:prstGeom prst="can">
            <a:avLst/>
          </a:prstGeom>
          <a:solidFill>
            <a:schemeClr val="bg2"/>
          </a:solidFill>
          <a:ln w="3175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n>
                <a:solidFill>
                  <a:schemeClr val="tx2"/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F43F1C-6CF8-4A29-B8BC-65D8D80E5283}"/>
              </a:ext>
            </a:extLst>
          </p:cNvPr>
          <p:cNvSpPr txBox="1"/>
          <p:nvPr/>
        </p:nvSpPr>
        <p:spPr>
          <a:xfrm>
            <a:off x="5824279" y="5035200"/>
            <a:ext cx="165462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>
                <a:latin typeface="Segoe UI" panose="020B0502040204020203" pitchFamily="34" charset="0"/>
                <a:cs typeface="Segoe UI" panose="020B0502040204020203" pitchFamily="34" charset="0"/>
              </a:rPr>
              <a:t>Connection Established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61B15A7-8E18-FB5C-2DC9-C5C17149F2A1}"/>
              </a:ext>
            </a:extLst>
          </p:cNvPr>
          <p:cNvCxnSpPr>
            <a:cxnSpLocks/>
          </p:cNvCxnSpPr>
          <p:nvPr/>
        </p:nvCxnSpPr>
        <p:spPr>
          <a:xfrm>
            <a:off x="4468144" y="4846950"/>
            <a:ext cx="4365734" cy="0"/>
          </a:xfrm>
          <a:prstGeom prst="straightConnector1">
            <a:avLst/>
          </a:prstGeom>
          <a:ln w="19050">
            <a:solidFill>
              <a:schemeClr val="accent1"/>
            </a:solidFill>
            <a:prstDash val="dash"/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1C10ECE-2EFF-E6DB-6039-201402BF8CC7}"/>
              </a:ext>
            </a:extLst>
          </p:cNvPr>
          <p:cNvCxnSpPr>
            <a:cxnSpLocks/>
            <a:endCxn id="42" idx="3"/>
          </p:cNvCxnSpPr>
          <p:nvPr/>
        </p:nvCxnSpPr>
        <p:spPr>
          <a:xfrm flipH="1" flipV="1">
            <a:off x="4540910" y="4556357"/>
            <a:ext cx="4231996" cy="215178"/>
          </a:xfrm>
          <a:prstGeom prst="straightConnector1">
            <a:avLst/>
          </a:prstGeom>
          <a:ln w="19050">
            <a:solidFill>
              <a:schemeClr val="accent1"/>
            </a:solidFill>
            <a:prstDash val="dash"/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02FD1D3-5797-C4E3-7AA1-6354D41ABBB1}"/>
              </a:ext>
            </a:extLst>
          </p:cNvPr>
          <p:cNvSpPr txBox="1"/>
          <p:nvPr/>
        </p:nvSpPr>
        <p:spPr>
          <a:xfrm>
            <a:off x="6090167" y="4524682"/>
            <a:ext cx="869149" cy="2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Server Hello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975E362-4744-9900-371F-D80A5D1927AC}"/>
              </a:ext>
            </a:extLst>
          </p:cNvPr>
          <p:cNvSpPr txBox="1"/>
          <p:nvPr/>
        </p:nvSpPr>
        <p:spPr>
          <a:xfrm>
            <a:off x="6090167" y="4768633"/>
            <a:ext cx="838691" cy="2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 Hello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BCCF7E1-2E59-D6BD-DA3B-E312F623B01C}"/>
              </a:ext>
            </a:extLst>
          </p:cNvPr>
          <p:cNvCxnSpPr>
            <a:cxnSpLocks/>
          </p:cNvCxnSpPr>
          <p:nvPr/>
        </p:nvCxnSpPr>
        <p:spPr>
          <a:xfrm flipH="1" flipV="1">
            <a:off x="4514200" y="4350541"/>
            <a:ext cx="4231996" cy="215178"/>
          </a:xfrm>
          <a:prstGeom prst="straightConnector1">
            <a:avLst/>
          </a:prstGeom>
          <a:ln w="19050">
            <a:solidFill>
              <a:schemeClr val="accent1"/>
            </a:solidFill>
            <a:prstDash val="dash"/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DE05ED3-DA51-214A-5423-0A0EECA8557F}"/>
              </a:ext>
            </a:extLst>
          </p:cNvPr>
          <p:cNvSpPr txBox="1"/>
          <p:nvPr/>
        </p:nvSpPr>
        <p:spPr>
          <a:xfrm>
            <a:off x="6112675" y="4276193"/>
            <a:ext cx="756938" cy="2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Certificate</a:t>
            </a:r>
          </a:p>
        </p:txBody>
      </p:sp>
      <p:pic>
        <p:nvPicPr>
          <p:cNvPr id="56" name="Graphic 55" descr="Key">
            <a:extLst>
              <a:ext uri="{FF2B5EF4-FFF2-40B4-BE49-F238E27FC236}">
                <a16:creationId xmlns:a16="http://schemas.microsoft.com/office/drawing/2014/main" id="{008E2271-2B32-564D-3B9B-8EAB402035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96829" y="4269462"/>
            <a:ext cx="264224" cy="264224"/>
          </a:xfrm>
          <a:prstGeom prst="rect">
            <a:avLst/>
          </a:prstGeom>
        </p:spPr>
      </p:pic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C3BD2FF-FE25-E326-2B77-99CFFA9996FE}"/>
              </a:ext>
            </a:extLst>
          </p:cNvPr>
          <p:cNvCxnSpPr>
            <a:cxnSpLocks/>
          </p:cNvCxnSpPr>
          <p:nvPr/>
        </p:nvCxnSpPr>
        <p:spPr>
          <a:xfrm flipH="1" flipV="1">
            <a:off x="4487490" y="4031602"/>
            <a:ext cx="4231996" cy="215178"/>
          </a:xfrm>
          <a:prstGeom prst="straightConnector1">
            <a:avLst/>
          </a:prstGeom>
          <a:ln w="19050">
            <a:solidFill>
              <a:schemeClr val="accent1"/>
            </a:solidFill>
            <a:prstDash val="dash"/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B3D59A1-9412-C20C-0B07-77C8B0770160}"/>
              </a:ext>
            </a:extLst>
          </p:cNvPr>
          <p:cNvSpPr txBox="1"/>
          <p:nvPr/>
        </p:nvSpPr>
        <p:spPr>
          <a:xfrm>
            <a:off x="6100751" y="3927426"/>
            <a:ext cx="1208985" cy="2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Server Hello Done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1B0370C-07D3-83C0-258B-9B1051B6B7AA}"/>
              </a:ext>
            </a:extLst>
          </p:cNvPr>
          <p:cNvSpPr txBox="1"/>
          <p:nvPr/>
        </p:nvSpPr>
        <p:spPr>
          <a:xfrm>
            <a:off x="3244259" y="3052016"/>
            <a:ext cx="11760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 Exchange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FE34E6B-48AC-1B5A-0382-66AF01D0CB45}"/>
              </a:ext>
            </a:extLst>
          </p:cNvPr>
          <p:cNvCxnSpPr>
            <a:cxnSpLocks/>
          </p:cNvCxnSpPr>
          <p:nvPr/>
        </p:nvCxnSpPr>
        <p:spPr>
          <a:xfrm>
            <a:off x="4441431" y="3670170"/>
            <a:ext cx="4365734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18E6EED0-D9BA-5C18-E153-F8E29B05FFE7}"/>
              </a:ext>
            </a:extLst>
          </p:cNvPr>
          <p:cNvSpPr txBox="1"/>
          <p:nvPr/>
        </p:nvSpPr>
        <p:spPr>
          <a:xfrm>
            <a:off x="5960920" y="3504791"/>
            <a:ext cx="131157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 key exchange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110F394-6783-0458-4442-2F6F5E48D06D}"/>
              </a:ext>
            </a:extLst>
          </p:cNvPr>
          <p:cNvCxnSpPr>
            <a:cxnSpLocks/>
          </p:cNvCxnSpPr>
          <p:nvPr/>
        </p:nvCxnSpPr>
        <p:spPr>
          <a:xfrm>
            <a:off x="4452426" y="3436070"/>
            <a:ext cx="4365734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8240467-A5CD-6FBE-1BC1-16BE616769E7}"/>
              </a:ext>
            </a:extLst>
          </p:cNvPr>
          <p:cNvSpPr txBox="1"/>
          <p:nvPr/>
        </p:nvSpPr>
        <p:spPr>
          <a:xfrm>
            <a:off x="5971915" y="3270691"/>
            <a:ext cx="132921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Change Cipher Spec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8FBCB46-754B-E86F-7BA0-B5C561518C04}"/>
              </a:ext>
            </a:extLst>
          </p:cNvPr>
          <p:cNvCxnSpPr>
            <a:cxnSpLocks/>
          </p:cNvCxnSpPr>
          <p:nvPr/>
        </p:nvCxnSpPr>
        <p:spPr>
          <a:xfrm>
            <a:off x="4444568" y="3154838"/>
            <a:ext cx="4365734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4EA4D984-E14F-3F5D-5471-E5F6B36E5784}"/>
              </a:ext>
            </a:extLst>
          </p:cNvPr>
          <p:cNvSpPr txBox="1"/>
          <p:nvPr/>
        </p:nvSpPr>
        <p:spPr>
          <a:xfrm>
            <a:off x="6028966" y="2990692"/>
            <a:ext cx="649537" cy="2462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Finished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61BE8AF-395F-AA14-0B2F-F038E9E75D92}"/>
              </a:ext>
            </a:extLst>
          </p:cNvPr>
          <p:cNvCxnSpPr>
            <a:cxnSpLocks/>
          </p:cNvCxnSpPr>
          <p:nvPr/>
        </p:nvCxnSpPr>
        <p:spPr>
          <a:xfrm flipH="1" flipV="1">
            <a:off x="4489060" y="2779410"/>
            <a:ext cx="4231996" cy="215178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2D328BB-0069-3B0F-9A5D-34FC59285DAB}"/>
              </a:ext>
            </a:extLst>
          </p:cNvPr>
          <p:cNvSpPr txBox="1"/>
          <p:nvPr/>
        </p:nvSpPr>
        <p:spPr>
          <a:xfrm>
            <a:off x="6004221" y="2740705"/>
            <a:ext cx="1293944" cy="2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Change cipher spec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840DBF0-7184-973B-E671-FCDC631B8B4A}"/>
              </a:ext>
            </a:extLst>
          </p:cNvPr>
          <p:cNvCxnSpPr>
            <a:cxnSpLocks/>
          </p:cNvCxnSpPr>
          <p:nvPr/>
        </p:nvCxnSpPr>
        <p:spPr>
          <a:xfrm flipH="1" flipV="1">
            <a:off x="4468144" y="2563225"/>
            <a:ext cx="4231996" cy="215178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B25461B3-229B-2EC8-0456-1E88DC98906B}"/>
              </a:ext>
            </a:extLst>
          </p:cNvPr>
          <p:cNvSpPr txBox="1"/>
          <p:nvPr/>
        </p:nvSpPr>
        <p:spPr>
          <a:xfrm>
            <a:off x="5971915" y="2478453"/>
            <a:ext cx="649537" cy="2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Finished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03CD41-D76C-A754-1074-5EB17B8C6171}"/>
              </a:ext>
            </a:extLst>
          </p:cNvPr>
          <p:cNvSpPr txBox="1"/>
          <p:nvPr/>
        </p:nvSpPr>
        <p:spPr>
          <a:xfrm>
            <a:off x="3034072" y="1520185"/>
            <a:ext cx="14988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Transmission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7A860E1-60E2-0DE7-A7F3-DE5C92C9CA6F}"/>
              </a:ext>
            </a:extLst>
          </p:cNvPr>
          <p:cNvCxnSpPr>
            <a:cxnSpLocks/>
          </p:cNvCxnSpPr>
          <p:nvPr/>
        </p:nvCxnSpPr>
        <p:spPr>
          <a:xfrm flipH="1" flipV="1">
            <a:off x="4516847" y="1499561"/>
            <a:ext cx="4231996" cy="215178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2095651-4DA9-BE35-7683-527D701B670F}"/>
              </a:ext>
            </a:extLst>
          </p:cNvPr>
          <p:cNvSpPr txBox="1"/>
          <p:nvPr/>
        </p:nvSpPr>
        <p:spPr>
          <a:xfrm>
            <a:off x="6020618" y="1414789"/>
            <a:ext cx="1034257" cy="2462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Encrypted data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0E0902F-6F8D-37D9-4E98-AAC62CEE1E69}"/>
              </a:ext>
            </a:extLst>
          </p:cNvPr>
          <p:cNvCxnSpPr>
            <a:cxnSpLocks/>
          </p:cNvCxnSpPr>
          <p:nvPr/>
        </p:nvCxnSpPr>
        <p:spPr>
          <a:xfrm>
            <a:off x="4514200" y="1955876"/>
            <a:ext cx="4205286" cy="0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8AE6FAEA-9E86-1C69-5A0E-81C1ACD72512}"/>
              </a:ext>
            </a:extLst>
          </p:cNvPr>
          <p:cNvSpPr txBox="1"/>
          <p:nvPr/>
        </p:nvSpPr>
        <p:spPr>
          <a:xfrm>
            <a:off x="6030534" y="1832766"/>
            <a:ext cx="1034257" cy="2462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Encrypted data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430139F-D139-62B3-C678-1657FCF2220D}"/>
              </a:ext>
            </a:extLst>
          </p:cNvPr>
          <p:cNvSpPr txBox="1"/>
          <p:nvPr/>
        </p:nvSpPr>
        <p:spPr>
          <a:xfrm>
            <a:off x="5882473" y="1652444"/>
            <a:ext cx="837089" cy="2462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Session key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251795C-0BED-5047-AC7C-B1947370C135}"/>
              </a:ext>
            </a:extLst>
          </p:cNvPr>
          <p:cNvSpPr txBox="1"/>
          <p:nvPr/>
        </p:nvSpPr>
        <p:spPr>
          <a:xfrm>
            <a:off x="8979576" y="4645522"/>
            <a:ext cx="2409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Asymmetric encryption</a:t>
            </a:r>
          </a:p>
        </p:txBody>
      </p:sp>
      <p:pic>
        <p:nvPicPr>
          <p:cNvPr id="79" name="Graphic 78" descr="Key">
            <a:extLst>
              <a:ext uri="{FF2B5EF4-FFF2-40B4-BE49-F238E27FC236}">
                <a16:creationId xmlns:a16="http://schemas.microsoft.com/office/drawing/2014/main" id="{0B0F92A3-9FD8-5F56-7CDF-AE65E01D15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64772" y="4959186"/>
            <a:ext cx="360000" cy="360000"/>
          </a:xfrm>
          <a:prstGeom prst="rect">
            <a:avLst/>
          </a:prstGeom>
        </p:spPr>
      </p:pic>
      <p:pic>
        <p:nvPicPr>
          <p:cNvPr id="80" name="Graphic 79" descr="Key">
            <a:extLst>
              <a:ext uri="{FF2B5EF4-FFF2-40B4-BE49-F238E27FC236}">
                <a16:creationId xmlns:a16="http://schemas.microsoft.com/office/drawing/2014/main" id="{680F85C4-52D6-960D-5C7D-0C635A93737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1643" y="4941906"/>
            <a:ext cx="360000" cy="360000"/>
          </a:xfrm>
          <a:prstGeom prst="rect">
            <a:avLst/>
          </a:prstGeom>
        </p:spPr>
      </p:pic>
      <p:sp>
        <p:nvSpPr>
          <p:cNvPr id="81" name="Rectangle 80">
            <a:extLst>
              <a:ext uri="{FF2B5EF4-FFF2-40B4-BE49-F238E27FC236}">
                <a16:creationId xmlns:a16="http://schemas.microsoft.com/office/drawing/2014/main" id="{D247CF9E-85C0-565A-45A2-4457ECC02095}"/>
              </a:ext>
            </a:extLst>
          </p:cNvPr>
          <p:cNvSpPr/>
          <p:nvPr/>
        </p:nvSpPr>
        <p:spPr>
          <a:xfrm>
            <a:off x="471340" y="5511845"/>
            <a:ext cx="1602692" cy="85124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2" name="Graphic 81" descr="Key">
            <a:extLst>
              <a:ext uri="{FF2B5EF4-FFF2-40B4-BE49-F238E27FC236}">
                <a16:creationId xmlns:a16="http://schemas.microsoft.com/office/drawing/2014/main" id="{FAF47E48-71F8-F4C8-F85C-D6C767A24C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3172" y="5611207"/>
            <a:ext cx="360000" cy="360000"/>
          </a:xfrm>
          <a:prstGeom prst="rect">
            <a:avLst/>
          </a:prstGeom>
        </p:spPr>
      </p:pic>
      <p:pic>
        <p:nvPicPr>
          <p:cNvPr id="83" name="Graphic 82" descr="Key">
            <a:extLst>
              <a:ext uri="{FF2B5EF4-FFF2-40B4-BE49-F238E27FC236}">
                <a16:creationId xmlns:a16="http://schemas.microsoft.com/office/drawing/2014/main" id="{D1AA644C-3037-A9B8-24E9-004BA02C43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6156" y="5914439"/>
            <a:ext cx="360000" cy="360000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69162B47-A49D-305C-9BB7-A7D7BFB4C3D3}"/>
              </a:ext>
            </a:extLst>
          </p:cNvPr>
          <p:cNvSpPr txBox="1"/>
          <p:nvPr/>
        </p:nvSpPr>
        <p:spPr>
          <a:xfrm>
            <a:off x="974009" y="5575782"/>
            <a:ext cx="10119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Public key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83E9940-811E-A6A4-1831-8F2C31EA78A1}"/>
              </a:ext>
            </a:extLst>
          </p:cNvPr>
          <p:cNvSpPr txBox="1"/>
          <p:nvPr/>
        </p:nvSpPr>
        <p:spPr>
          <a:xfrm>
            <a:off x="950458" y="5908012"/>
            <a:ext cx="1091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Private key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0120D691-4F4B-43A8-AB74-29C2C7CD6B78}"/>
              </a:ext>
            </a:extLst>
          </p:cNvPr>
          <p:cNvSpPr/>
          <p:nvPr/>
        </p:nvSpPr>
        <p:spPr>
          <a:xfrm>
            <a:off x="87324" y="1997153"/>
            <a:ext cx="900000" cy="540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Session key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0543AF6D-A0A7-1C3F-3A19-1246EB8D86C8}"/>
              </a:ext>
            </a:extLst>
          </p:cNvPr>
          <p:cNvSpPr/>
          <p:nvPr/>
        </p:nvSpPr>
        <p:spPr>
          <a:xfrm>
            <a:off x="2616011" y="1990547"/>
            <a:ext cx="1408393" cy="540000"/>
          </a:xfrm>
          <a:prstGeom prst="roundRect">
            <a:avLst/>
          </a:prstGeom>
          <a:gradFill flip="none" rotWithShape="1">
            <a:gsLst>
              <a:gs pos="0">
                <a:srgbClr val="3399FF">
                  <a:tint val="66000"/>
                  <a:satMod val="160000"/>
                </a:srgbClr>
              </a:gs>
              <a:gs pos="50000">
                <a:srgbClr val="3399FF">
                  <a:tint val="44500"/>
                  <a:satMod val="160000"/>
                </a:srgbClr>
              </a:gs>
              <a:gs pos="100000">
                <a:srgbClr val="3399FF">
                  <a:tint val="23500"/>
                  <a:satMod val="160000"/>
                </a:srgbClr>
              </a:gs>
            </a:gsLst>
            <a:lin ang="27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Encrypted session key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8E61B8D5-6F00-B677-F7DC-127FF3D5B42D}"/>
              </a:ext>
            </a:extLst>
          </p:cNvPr>
          <p:cNvSpPr/>
          <p:nvPr/>
        </p:nvSpPr>
        <p:spPr>
          <a:xfrm>
            <a:off x="8975228" y="1993714"/>
            <a:ext cx="1212819" cy="540000"/>
          </a:xfrm>
          <a:prstGeom prst="roundRect">
            <a:avLst/>
          </a:prstGeom>
          <a:gradFill flip="none" rotWithShape="1">
            <a:gsLst>
              <a:gs pos="0">
                <a:srgbClr val="3399FF">
                  <a:tint val="66000"/>
                  <a:satMod val="160000"/>
                </a:srgbClr>
              </a:gs>
              <a:gs pos="50000">
                <a:srgbClr val="3399FF">
                  <a:tint val="44500"/>
                  <a:satMod val="160000"/>
                </a:srgbClr>
              </a:gs>
              <a:gs pos="100000">
                <a:srgbClr val="3399FF">
                  <a:tint val="23500"/>
                  <a:satMod val="160000"/>
                </a:srgbClr>
              </a:gs>
            </a:gsLst>
            <a:lin ang="27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Encrypted session key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9E07294C-D8E1-5F5E-EA4C-663326F1C683}"/>
              </a:ext>
            </a:extLst>
          </p:cNvPr>
          <p:cNvSpPr/>
          <p:nvPr/>
        </p:nvSpPr>
        <p:spPr>
          <a:xfrm>
            <a:off x="11166309" y="1997153"/>
            <a:ext cx="900000" cy="540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50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Session key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623183A9-996A-D5E3-19E4-24F7575C691F}"/>
              </a:ext>
            </a:extLst>
          </p:cNvPr>
          <p:cNvCxnSpPr>
            <a:cxnSpLocks/>
            <a:stCxn id="89" idx="3"/>
            <a:endCxn id="91" idx="1"/>
          </p:cNvCxnSpPr>
          <p:nvPr/>
        </p:nvCxnSpPr>
        <p:spPr>
          <a:xfrm>
            <a:off x="10188047" y="2263714"/>
            <a:ext cx="978262" cy="3439"/>
          </a:xfrm>
          <a:prstGeom prst="straightConnector1">
            <a:avLst/>
          </a:prstGeom>
          <a:ln>
            <a:headEnd type="none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56590BF-A10C-5E59-60CF-D40538F7CD17}"/>
              </a:ext>
            </a:extLst>
          </p:cNvPr>
          <p:cNvCxnSpPr>
            <a:cxnSpLocks/>
            <a:stCxn id="86" idx="3"/>
            <a:endCxn id="88" idx="1"/>
          </p:cNvCxnSpPr>
          <p:nvPr/>
        </p:nvCxnSpPr>
        <p:spPr>
          <a:xfrm flipV="1">
            <a:off x="987324" y="2260547"/>
            <a:ext cx="1628687" cy="6606"/>
          </a:xfrm>
          <a:prstGeom prst="straightConnector1">
            <a:avLst/>
          </a:prstGeom>
          <a:ln>
            <a:headEnd type="none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9" name="Graphic 98" descr="Key">
            <a:extLst>
              <a:ext uri="{FF2B5EF4-FFF2-40B4-BE49-F238E27FC236}">
                <a16:creationId xmlns:a16="http://schemas.microsoft.com/office/drawing/2014/main" id="{AD509098-6982-C086-A7FC-FFB99153B7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07998" y="1908045"/>
            <a:ext cx="360000" cy="360000"/>
          </a:xfrm>
          <a:prstGeom prst="rect">
            <a:avLst/>
          </a:prstGeom>
        </p:spPr>
      </p:pic>
      <p:pic>
        <p:nvPicPr>
          <p:cNvPr id="100" name="Graphic 99" descr="Key">
            <a:extLst>
              <a:ext uri="{FF2B5EF4-FFF2-40B4-BE49-F238E27FC236}">
                <a16:creationId xmlns:a16="http://schemas.microsoft.com/office/drawing/2014/main" id="{445C2385-E435-09AA-AA81-E8CA1A58F7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28734" y="1871917"/>
            <a:ext cx="360000" cy="360000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8CFEB4DD-C9EC-79BD-2A42-8C5DCF13527B}"/>
              </a:ext>
            </a:extLst>
          </p:cNvPr>
          <p:cNvSpPr txBox="1"/>
          <p:nvPr/>
        </p:nvSpPr>
        <p:spPr>
          <a:xfrm>
            <a:off x="1351345" y="1729038"/>
            <a:ext cx="8071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Public key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8CF92EC-DBAE-12A8-5DEF-B60F504B1DE4}"/>
              </a:ext>
            </a:extLst>
          </p:cNvPr>
          <p:cNvSpPr txBox="1"/>
          <p:nvPr/>
        </p:nvSpPr>
        <p:spPr>
          <a:xfrm>
            <a:off x="10244532" y="1651006"/>
            <a:ext cx="8643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Private key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1EDE8EF1-A104-3191-649E-13EAC1D2FD3F}"/>
              </a:ext>
            </a:extLst>
          </p:cNvPr>
          <p:cNvSpPr/>
          <p:nvPr/>
        </p:nvSpPr>
        <p:spPr>
          <a:xfrm rot="5400000">
            <a:off x="6526313" y="-1074661"/>
            <a:ext cx="213065" cy="4610302"/>
          </a:xfrm>
          <a:prstGeom prst="can">
            <a:avLst/>
          </a:prstGeom>
          <a:solidFill>
            <a:srgbClr val="00FF99"/>
          </a:solidFill>
          <a:ln w="3175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n>
                <a:solidFill>
                  <a:schemeClr val="tx2"/>
                </a:solidFill>
              </a:ln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709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82</Words>
  <Application>Microsoft Office PowerPoint</Application>
  <PresentationFormat>Widescreen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Office Theme</vt:lpstr>
      <vt:lpstr>Cryptography</vt:lpstr>
      <vt:lpstr>HTTPS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j0352</dc:creator>
  <cp:lastModifiedBy>sandeep j0352</cp:lastModifiedBy>
  <cp:revision>1</cp:revision>
  <dcterms:created xsi:type="dcterms:W3CDTF">2025-03-02T09:07:04Z</dcterms:created>
  <dcterms:modified xsi:type="dcterms:W3CDTF">2025-03-09T14:24:03Z</dcterms:modified>
</cp:coreProperties>
</file>