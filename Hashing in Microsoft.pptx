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31748-4A01-2F82-D9E4-13D2D95C55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0AF479-BCD8-6153-D4BD-B5C1D37BDF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D2F9B-9450-EFA7-39CA-36478A206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2CB84-2C03-47BC-B88C-D8DCF82A7683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3A2A8-CB3A-6219-16BC-41D7B6ED1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56E49-4A77-A4E3-BCB2-0CFDB0016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7EB0D-CD0C-459A-8054-7BED614593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787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32B3F-D7AF-120D-8449-9B5BA8270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18536-DA4B-6A25-5F9E-6F696A451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1CED8-B6DB-CDA9-546C-1B064CA74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2CB84-2C03-47BC-B88C-D8DCF82A7683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4BB8B-E1D0-9B97-C510-A819A7080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01E0D-D44F-2647-E4E2-91FFA81ED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7EB0D-CD0C-459A-8054-7BED614593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8708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35F12-B1B8-2B5B-3FD0-CC4318401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75522-B2F0-4998-DAB4-88EFA0625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19C17-77D2-B777-A8B6-4A34BFA61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2CB84-2C03-47BC-B88C-D8DCF82A7683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689C6-2CB1-46CE-C9E1-1EA8E6D18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A22619-B5D8-616A-3A54-11FD058FE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7EB0D-CD0C-459A-8054-7BED614593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9587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61921-BB50-6429-67BC-A6760A0F6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BB42F-136B-4B38-4D0F-31FF545D5E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90DD7F-C58C-3CB1-E2BE-7A15C6D9C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9E6C8C-491A-D796-B84B-6DF8A75CD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2CB84-2C03-47BC-B88C-D8DCF82A7683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E49122-113B-27AD-92F3-A470C8E68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190877-6146-D604-66AF-37FFCF009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7EB0D-CD0C-459A-8054-7BED614593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8517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8581A-73C8-70CF-43D9-4725EB65E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C2808E-6225-7F1A-8EA8-8C4F15FC8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858C6D-EF64-314D-FB9D-0EFB6F61CE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8B96F1-7996-84DC-A2BC-EE916FF82A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91A505-D3F4-9732-4654-A54F623C9F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8BEB75-EBD2-3C13-ABED-F4D160AD3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2CB84-2C03-47BC-B88C-D8DCF82A7683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77FB5C-5D17-C03F-7805-23906BBBD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1E883A-8EE9-798D-C1E8-250856A46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7EB0D-CD0C-459A-8054-7BED614593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146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0D872-7BBC-5387-08CB-9B9A6577E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1FDA9F-0618-FD01-6CC7-FB1C2AC60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2CB84-2C03-47BC-B88C-D8DCF82A7683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4F46F2-6CD4-C0A0-B7A6-D724C38BB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7FB119-02E5-B634-03D0-6818636EE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7EB0D-CD0C-459A-8054-7BED614593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43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736245-6560-D762-6833-3A90058BA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2CB84-2C03-47BC-B88C-D8DCF82A7683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75C663-C0AE-0894-A6FE-FB325B7C8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F1CB4A-112B-3414-CB88-B196FA89A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7EB0D-CD0C-459A-8054-7BED614593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993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839AD-7B03-32BA-367F-4349ED819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EE394-FBA7-ECA0-C999-66A393074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B27576-55AE-E846-3770-46540AD56E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85CC5C-2034-CB82-B870-DE98252FD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2CB84-2C03-47BC-B88C-D8DCF82A7683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6FB308-0FAE-A3CD-7E68-2961D8E75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2E6585-A51B-F33E-42E5-93D78EC08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7EB0D-CD0C-459A-8054-7BED614593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490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F8DBE-F3DC-3791-7782-07CE6AE19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637134-DC4E-151D-58BF-4849FDF7C3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A05F16-D4E0-6EB4-4AC0-4328BBA693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C553BB-9379-F8D8-E47E-537049EB0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2CB84-2C03-47BC-B88C-D8DCF82A7683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704D55-C6F8-001B-B25B-99D93394D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1294AF-C689-67C9-659A-49C07511C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7EB0D-CD0C-459A-8054-7BED614593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9004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30F9E-4C18-3758-4DC5-D3C5BEEB2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AF3588-5EDC-5805-AA25-A21FE2E1A8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2D5AF-29D8-4635-EE66-3ED63A869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2CB84-2C03-47BC-B88C-D8DCF82A7683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380B3-6AE1-F2CF-A1A1-6D6D6365B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6B804-7D7A-E158-C2D4-5730DA73A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7EB0D-CD0C-459A-8054-7BED614593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4549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DDD0D2-70D4-212C-020E-4F07E2CBF5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A357CF-E27C-3AD5-AF35-BC3DE2DC4E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2BE0A-A2B1-D10E-00C8-6306F16E8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2CB84-2C03-47BC-B88C-D8DCF82A7683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8548C-4E71-65DF-2526-15504EA87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22F75-B44A-A99C-5F72-EB4CF2B0D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7EB0D-CD0C-459A-8054-7BED614593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33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7F6739-0CB7-7141-E744-51FB447A8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69EEBB-4CD7-A6B2-3164-786644E251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817CC0-5E00-D5EA-D146-3C139B903D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92CB84-2C03-47BC-B88C-D8DCF82A7683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9111F-85A5-84E0-6C18-1162166D30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04859-8DC2-56E1-96AA-5FCE592F2C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F7EB0D-CD0C-459A-8054-7BED614593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254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896FC-CD66-F41F-0DFA-5EDC780C08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Hashing in Microsoft</a:t>
            </a:r>
            <a:endParaRPr lang="en-IN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6848FB-08CF-6C82-3F03-CE4080F097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4754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AB388-510C-6E0E-C2A0-9F89D3286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42" y="168480"/>
            <a:ext cx="11815916" cy="512557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Hash types used in Microsoft products</a:t>
            </a:r>
            <a:endParaRPr lang="en-IN" sz="3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3402D-885F-5C7D-38D8-D9081725C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42" y="911224"/>
            <a:ext cx="11884742" cy="5778295"/>
          </a:xfrm>
        </p:spPr>
        <p:txBody>
          <a:bodyPr>
            <a:normAutofit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Microsoft Azure and Windows utilize various hashing algorithms depending on the context: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Microsoft Entra: </a:t>
            </a:r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Passwords are hashed using a combination of MD4, PBKDF2, HMAC-SHA256, and salting techniques.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800" b="1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Windows Cryptographic Services</a:t>
            </a:r>
            <a:r>
              <a:rPr lang="en-IN" sz="180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Commonly supported algorithms include MD5, SHA-1, and the SHA-2 family (SHA-256, SHA-384, SHA-512).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800" b="1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Windows Autopilot</a:t>
            </a:r>
            <a:r>
              <a:rPr lang="en-IN" sz="180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Hardware hashes are used for device registration.</a:t>
            </a:r>
          </a:p>
        </p:txBody>
      </p:sp>
    </p:spTree>
    <p:extLst>
      <p:ext uri="{BB962C8B-B14F-4D97-AF65-F5344CB8AC3E}">
        <p14:creationId xmlns:p14="http://schemas.microsoft.com/office/powerpoint/2010/main" val="342249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9BB71-5B55-5C39-B963-176B8F320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D9BB5-4C07-C372-55FE-4B90558EB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42" y="168480"/>
            <a:ext cx="11815916" cy="512557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Microsoft Entra Hash types</a:t>
            </a:r>
            <a:endParaRPr lang="en-IN" sz="3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1A5C9-C913-B4D9-5B68-8F14D0006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42" y="911224"/>
            <a:ext cx="11884742" cy="577829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Passwords are hashed using a combination of MD4, PBKDF2, HMAC-SHA256, and salting techniques.</a:t>
            </a:r>
          </a:p>
        </p:txBody>
      </p:sp>
    </p:spTree>
    <p:extLst>
      <p:ext uri="{BB962C8B-B14F-4D97-AF65-F5344CB8AC3E}">
        <p14:creationId xmlns:p14="http://schemas.microsoft.com/office/powerpoint/2010/main" val="254149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3CCBB-DA3D-19C9-394D-FB4B31AB7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CFBAB-5ACA-CBEE-8FF1-C18A951A5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42" y="168480"/>
            <a:ext cx="11815916" cy="512557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Windows Hash types</a:t>
            </a:r>
            <a:endParaRPr lang="en-IN" sz="3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A2B99-BA7D-0846-31DC-8A10C3F3E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42" y="911224"/>
            <a:ext cx="11884742" cy="577829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b="1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Windows Cryptographic Services</a:t>
            </a:r>
            <a:r>
              <a:rPr lang="en-IN" sz="180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Commonly supported algorithms include MD5, SHA-1, and the SHA-2 family (SHA-256, SHA-384, SHA-512).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IN" sz="1800" dirty="0"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5579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123</Words>
  <Application>Microsoft Office PowerPoint</Application>
  <PresentationFormat>Widescreen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Segoe UI</vt:lpstr>
      <vt:lpstr>Office Theme</vt:lpstr>
      <vt:lpstr>Hashing in Microsoft</vt:lpstr>
      <vt:lpstr>Hash types used in Microsoft products</vt:lpstr>
      <vt:lpstr>Microsoft Entra Hash types</vt:lpstr>
      <vt:lpstr>Windows Hash types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>polaris</cp:lastModifiedBy>
  <cp:revision>4</cp:revision>
  <dcterms:created xsi:type="dcterms:W3CDTF">2025-03-31T14:54:27Z</dcterms:created>
  <dcterms:modified xsi:type="dcterms:W3CDTF">2025-03-31T15:28:28Z</dcterms:modified>
</cp:coreProperties>
</file>