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EF02-9015-A1DF-342D-2E8E4167A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EA5E1-FD72-CC61-E501-8CBCB5254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F091C-F30D-365D-15E2-AA8C8F18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C3CC5-56EF-01D1-503E-32FF236E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6929F-CA0D-DE6C-2972-D6C777A4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8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72BC-4C03-6D20-1D16-FF609C24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404B-346F-99E0-580A-00DC852A5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117EA-C842-913B-1AE7-AB588F2C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A2F6C-8869-FC1C-B80D-052B6160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BD8B1-11EF-C5D1-618B-E722DB76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6B6D-DA5C-576D-4BE2-40B0656B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9B9D6-44BB-CEE3-A90A-C96BF8626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ECAC-AE01-F504-1AAA-7FE8C495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0AA54-A56A-FBBA-02D6-0A0DC4DF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3533B-B4BC-F3A0-C2D8-8B923CBC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86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87DE-FFD6-1F08-AF18-50BACFAA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BE9CC-418D-8476-BB29-332306888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A4CE3-4008-FFFF-8B05-497647EE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5C061-3EC4-18F5-5E1A-1EAD3A52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98159-D680-DC69-F269-5A606267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DF866-8F59-B967-9F28-37832893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17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5350-4CE6-5534-64CA-FFA30E0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EFAE9-43D6-7B1B-D52D-79EC3C889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4ECC2-D175-D3DE-E1D9-C610E809A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D5168-9C32-292F-14B3-6E9BF6E82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E142C-CC76-F72F-905F-4F43CB459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BB32EC-85E6-2A0D-B8BB-A684A694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5C49BE-E39F-E1F1-F6F0-F8646613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BCB50-F33F-AAF7-A1EA-1A560285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88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2E37-5090-09D2-158B-AF45991C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18DE4-183F-F6AB-39CD-40B77171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1E639-8A64-1DBD-1251-90E3F368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2E70F-404F-AD33-7E30-C99338D2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51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1E933-FB52-A0E4-E8A0-DB9DFFE3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1D969-EEDD-7905-72A6-D1F7D327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10627-2563-4D4F-B873-EAD1EC7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09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3C0D-6B6E-A17D-2AA6-60E12A21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83284-41CF-0ABC-F860-FCBD3AC0D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19242-FB7B-09D3-3306-D6C07C99C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E55E-8885-300D-3B77-159EF281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52C4D-6820-FF36-3D8C-73913D478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90DEE-9BFE-0285-00FF-3AC2AE79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C12A0-D3ED-1BF5-A5F3-6876198EA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F08DD-0FC9-39DE-8616-88CEEE620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035BA-E3C7-E3E2-92D7-0C0688792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F4362-5AE8-93DD-8077-E3F6AA2E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08F76-D961-C732-8D8D-42517EF8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79CF7-0004-0491-411A-B4E887A2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9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5BB6-AC2F-1120-755D-49FEB33F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F8263-5BF1-B614-A626-02136CF5F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80B43-1709-9F3F-5A08-B57CE1D7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6BA98-FA15-6E27-0C48-84227147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AAEA3-B2DA-E735-8569-F963A7AC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058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CEA1A3-B0B1-3770-FBCB-82C2A581E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66D86-AB46-A8D7-506C-EAF710790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01CA-D580-52B4-E1D7-CE9EF23C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531F-1226-9518-E8E6-FAC4B5868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068F0-EBC0-D52C-23B4-BCD0E2CA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81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14619-87D5-56E0-3E6C-B7DD346D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AF7C5-9B0D-B95A-3AE0-590C771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4EBBA-AB95-F487-B4AB-BA217C178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E0288-FCD7-49D3-B2F3-E942E19E062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1F01B-5CED-D1D0-490D-3117485E2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FBCDC-53BE-D077-802E-EF5B46298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D115A-BB94-48A4-A98F-92C40A82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29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6AA1-BD26-3318-5BF8-E0A201623F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Agentic AI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C1AA8-AA79-63AC-F9B6-52FD15F228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74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4EA1-17AC-53D5-B795-044DD98E6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20028"/>
            <a:ext cx="11803145" cy="56100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4535-D383-D407-E5F1-372FF2D6A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2" y="791852"/>
            <a:ext cx="11803144" cy="5946120"/>
          </a:xfrm>
          <a:prstGeom prst="roundRect">
            <a:avLst/>
          </a:prstGeom>
          <a:ln>
            <a:solidFill>
              <a:srgbClr val="C00000"/>
            </a:solidFill>
            <a:prstDash val="dash"/>
          </a:ln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LLM Apps and Agents</a:t>
            </a:r>
          </a:p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Large ecosystem, Modular, Strong community</a:t>
            </a:r>
          </a:p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Debugging is hard</a:t>
            </a:r>
          </a:p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RAG, AI Workflows, Agents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21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5A5B-3028-8E9C-0048-C82B38452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F79F-3313-C1C7-C5A8-29C51463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20028"/>
            <a:ext cx="11803145" cy="56100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LlamaIndex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7A11-0051-5E06-01A3-63854CAD2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2" y="791852"/>
            <a:ext cx="11803144" cy="5946120"/>
          </a:xfrm>
          <a:prstGeom prst="roundRect">
            <a:avLst/>
          </a:prstGeom>
          <a:ln>
            <a:solidFill>
              <a:srgbClr val="FF00FF"/>
            </a:solidFill>
            <a:prstDash val="dash"/>
          </a:ln>
        </p:spPr>
        <p:txBody>
          <a:bodyPr/>
          <a:lstStyle/>
          <a:p>
            <a:r>
              <a:rPr lang="en-IN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LLM Apps and Agents</a:t>
            </a:r>
          </a:p>
          <a:p>
            <a:r>
              <a:rPr lang="en-IN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Optimized search, Easy DB integration</a:t>
            </a:r>
          </a:p>
          <a:p>
            <a:r>
              <a:rPr lang="en-IN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Less tools compared to Langchain</a:t>
            </a:r>
          </a:p>
          <a:p>
            <a:r>
              <a:rPr lang="en-IN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Document search, Chatbot memory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54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5B665-97F7-E0FF-F818-CCA7D19A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C25B-068A-8F1D-35C9-38617980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20028"/>
            <a:ext cx="11803145" cy="56100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CrewAI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FC9D6-C2BE-91AA-8BDE-E49699017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2" y="791852"/>
            <a:ext cx="11803144" cy="5946120"/>
          </a:xfrm>
          <a:prstGeom prst="roundRect">
            <a:avLst/>
          </a:prstGeom>
          <a:ln>
            <a:solidFill>
              <a:srgbClr val="7030A0"/>
            </a:solidFill>
          </a:ln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Multi-agent orchestration</a:t>
            </a:r>
          </a:p>
          <a:p>
            <a:r>
              <a:rPr lang="en-I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Simple setup, Task delegation</a:t>
            </a:r>
          </a:p>
          <a:p>
            <a:r>
              <a:rPr lang="en-I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Fewer integrations</a:t>
            </a:r>
          </a:p>
          <a:p>
            <a:r>
              <a:rPr lang="en-I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AI teamwork, Automation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75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551DB-CE8F-4479-E5C0-87A8818E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92F9-8169-6E9D-7A2B-01B60590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20028"/>
            <a:ext cx="11803145" cy="56100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81F06-7A31-1427-298C-FF8C53CC0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2" y="791852"/>
            <a:ext cx="11803144" cy="5946120"/>
          </a:xfrm>
          <a:prstGeom prst="roundRect">
            <a:avLst/>
          </a:prstGeom>
          <a:ln>
            <a:solidFill>
              <a:srgbClr val="0070C0"/>
            </a:solidFill>
          </a:ln>
        </p:spPr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Decentralized AI agents</a:t>
            </a: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Distributed execution</a:t>
            </a: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Niche use, Low adoption</a:t>
            </a: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Self organizing AI systems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3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7E2D-80D7-E6F2-3775-D36BFE77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3498D-B12B-0F32-81FC-312A89F1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20028"/>
            <a:ext cx="11803145" cy="56100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PydanticAI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701D8-CC7A-1492-F3C3-53D66F77E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2" y="791852"/>
            <a:ext cx="11803144" cy="5946120"/>
          </a:xfrm>
          <a:prstGeom prst="roundRect">
            <a:avLst/>
          </a:prstGeom>
          <a:ln>
            <a:solidFill>
              <a:srgbClr val="00B050"/>
            </a:solidFill>
          </a:ln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AI driven data validation</a:t>
            </a:r>
          </a:p>
          <a:p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Enforces structured LLM Outputs</a:t>
            </a:r>
          </a:p>
          <a:p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Limited scope</a:t>
            </a:r>
          </a:p>
          <a:p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Schema validation, structured data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309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8571-D6B4-C9CB-42E6-0F6C08EA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1CDF-2313-6CE5-3D3B-66D64ED8D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20028"/>
            <a:ext cx="11803145" cy="56100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AF771-DE63-5438-23B0-E765CAD42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2" y="791852"/>
            <a:ext cx="11803144" cy="5946120"/>
          </a:xfrm>
          <a:prstGeom prst="roundRect">
            <a:avLst/>
          </a:prstGeom>
          <a:ln>
            <a:solidFill>
              <a:schemeClr val="accent4"/>
            </a:solidFill>
          </a:ln>
        </p:spPr>
        <p:txBody>
          <a:bodyPr/>
          <a:lstStyle/>
          <a:p>
            <a:r>
              <a:rPr lang="en-IN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AI driven data validation</a:t>
            </a:r>
          </a:p>
          <a:p>
            <a:r>
              <a:rPr lang="en-IN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Enforces structured LLM Outputs</a:t>
            </a:r>
          </a:p>
          <a:p>
            <a:r>
              <a:rPr lang="en-IN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Limited scope</a:t>
            </a:r>
          </a:p>
          <a:p>
            <a:r>
              <a:rPr lang="en-IN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Schema validation, structured data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708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31808-5649-19EC-8AC6-25AE4B98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2151-D079-565B-FCBE-54F22BA5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20028"/>
            <a:ext cx="11803145" cy="56100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AutogenAI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0812E-C731-D84E-1584-2CC03A03C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42" y="791852"/>
            <a:ext cx="11803144" cy="5946120"/>
          </a:xfrm>
          <a:prstGeom prst="roundRect">
            <a:avLst/>
          </a:prstGeom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AI driven data validation</a:t>
            </a:r>
          </a:p>
          <a:p>
            <a:r>
              <a:rPr lang="en-IN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Enforces structured LLM Outputs</a:t>
            </a:r>
          </a:p>
          <a:p>
            <a:r>
              <a:rPr lang="en-IN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Limited scope</a:t>
            </a:r>
          </a:p>
          <a:p>
            <a:r>
              <a:rPr lang="en-IN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Schema validation, structured data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94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185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Agentic AI Frameworks</vt:lpstr>
      <vt:lpstr>Langchain</vt:lpstr>
      <vt:lpstr>LlamaIndex</vt:lpstr>
      <vt:lpstr>CrewAI</vt:lpstr>
      <vt:lpstr>Swarm</vt:lpstr>
      <vt:lpstr>PydanticAI</vt:lpstr>
      <vt:lpstr>LangGraph</vt:lpstr>
      <vt:lpstr>AutogenAI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44</cp:revision>
  <dcterms:created xsi:type="dcterms:W3CDTF">2026-01-04T11:26:16Z</dcterms:created>
  <dcterms:modified xsi:type="dcterms:W3CDTF">2026-01-04T11:45:08Z</dcterms:modified>
</cp:coreProperties>
</file>